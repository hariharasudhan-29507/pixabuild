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31"/>
  </p:notesMasterIdLst>
  <p:sldIdLst>
    <p:sldId id="269" r:id="rId2"/>
    <p:sldId id="270" r:id="rId3"/>
    <p:sldId id="271" r:id="rId4"/>
    <p:sldId id="272" r:id="rId5"/>
    <p:sldId id="273" r:id="rId6"/>
    <p:sldId id="277" r:id="rId7"/>
    <p:sldId id="278" r:id="rId8"/>
    <p:sldId id="281" r:id="rId9"/>
    <p:sldId id="282" r:id="rId10"/>
    <p:sldId id="289" r:id="rId11"/>
    <p:sldId id="290" r:id="rId12"/>
    <p:sldId id="291" r:id="rId13"/>
    <p:sldId id="292" r:id="rId14"/>
    <p:sldId id="283" r:id="rId15"/>
    <p:sldId id="284" r:id="rId16"/>
    <p:sldId id="297" r:id="rId17"/>
    <p:sldId id="286" r:id="rId18"/>
    <p:sldId id="285" r:id="rId19"/>
    <p:sldId id="288" r:id="rId20"/>
    <p:sldId id="287" r:id="rId21"/>
    <p:sldId id="293" r:id="rId22"/>
    <p:sldId id="294" r:id="rId23"/>
    <p:sldId id="295" r:id="rId24"/>
    <p:sldId id="296" r:id="rId25"/>
    <p:sldId id="298" r:id="rId26"/>
    <p:sldId id="299" r:id="rId27"/>
    <p:sldId id="300" r:id="rId28"/>
    <p:sldId id="279" r:id="rId29"/>
    <p:sldId id="280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FF4D1-7866-4142-B1D6-8485E96747D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73FAF-D0E6-4530-998E-EB0C55660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90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DCC6-2265-4D42-8F2C-EC689B851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0EE1D-4126-4C11-8D4F-0E7E82FC2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04B75-C44C-469C-8B34-531933B4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D395-368D-46BA-BB33-591D2695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6976B-FA30-45F0-B39C-12BB1996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4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3CE6-8E0E-4EE0-9194-B1472433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B5D7B-A985-42A0-8E8C-A1BB11A5E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D378-F851-44DE-A6EF-7824F1EE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7B567-6C4C-468B-ABF9-600D6FE0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CDBF3-C964-4D90-B9ED-BA8D0B59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3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71FE-B2F1-481B-9B6B-4DB2F04A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1D405-DBA6-434B-8642-2798972F8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E0C80-2CEB-4CBC-804D-3B11B0DF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E8D1-9C6A-4289-9D5B-5553047B1FEF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3C8E-2AE2-4613-BA53-99B2DC81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30240-D4F5-41A2-8911-ACB35990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9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EF39-504A-473D-9EC0-012853A6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832E-922B-49AE-9C5E-DCC7A8DBC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61E6A-27AA-49E0-A14C-2CE73A18D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77DDF-D8C9-40FA-B039-F26B4EEC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8662-1455-4F9C-9E98-BA709812BA20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4DA68-E562-4E19-9212-37BE07A5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5CE04-7435-473D-817E-C1350FC6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86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63D2-DA52-4931-BB02-12EC5DA5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C2DA9-4584-4551-8B7B-D6CA441F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30BB9-4FF0-4EF5-B099-83FB01F20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7FBFD-3034-4D35-BD04-276C82B38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01654-E6E4-4E0B-A857-3C2E585F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1F64D-CF93-428F-A0E2-2766D78C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9AE0-4D60-43F4-98CA-E94E743BF40B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38922-C42C-4D85-9F5B-EB23F75E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6FB20-1DFB-43AA-B771-979933D1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13A8-5217-4EB8-B22F-18BFC7D7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BAED6-2920-436B-B9E1-EE66519C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445D-5C28-4F4B-AB63-1B1F818AC80E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34CD0-E3C9-4FC5-8E59-CA67712D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6FEB0-ABCA-4164-A814-43E4B31A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5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D75D2-9B1F-4BBA-87B1-081CBDD6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FE85-EF53-4003-94A8-675716E4C744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ADF41-3B69-47C5-BB7A-1F477B3E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8E504-CFEB-4EB6-9728-2B741BE1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8EBD-517C-4CC4-AE99-44B2AEAF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BC23-68D5-4E45-ADFA-46B12B2F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28C9-02CB-4323-80DF-ED53CA1FA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6EC06-414B-473A-9ABF-1349B750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2A0A-91A6-4AB8-903F-E91454209166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59ADC-8C0D-415F-A19B-C8123D27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AD4A-4EE2-4A0C-A02E-0A8DFAB7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3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6503-E522-4FDE-9569-767959CC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A8223-4B6B-4C9A-949C-8D2F56F87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97933-B613-4934-9707-EBF9E36AD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6725-B70E-4B69-9244-1FA74461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59D3-2F57-4D36-A2CD-0A4581230312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C376F-D20F-4BBC-A5BD-D7CD8DEC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02E1F-4875-4043-817D-994E391F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6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C799-60DB-4B3E-A90B-14EAF567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E01E3-CEEC-4462-B636-C1FB2C5E0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2465-8AAF-4FC0-B81D-BC352419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BB1E-8457-4348-9AFC-C655ED9DA604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D9C6-CDDF-4126-B157-9E19360B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2AB8F-6C50-46BA-A6FE-E102709F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2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A2459-942D-48D1-9F35-21528F5CE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B3227-BEF1-47E6-8A1B-0C61C5E9B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F0273-1019-4280-9651-48234458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BE73-F2F6-47C4-BC64-29FF4F4D04B8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AA2AF-3BBB-40A2-873F-F9457A4C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D81F-047E-4645-A232-9E34ECF2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56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8602AD-7856-43D0-9A64-BFAA740B53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04566-01DB-4388-9E5A-F9BE5ED1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19807"/>
            <a:ext cx="7886700" cy="870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2C78C-91C9-4D87-B8E0-9083BFB5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D47A-C478-43AC-A8BF-43E1CC516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fld id="{AC7CFBDE-425F-4918-A9C3-E7920980C621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DB26-31D6-4357-BAD7-3396B7D3E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49" y="6356350"/>
            <a:ext cx="4874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FE49-7BA3-4E89-BB87-B8D5DEDA6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6564" y="6400006"/>
            <a:ext cx="6325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98FAA56B-F5A5-4C16-AD47-1E8EA35406D8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D51556BE-3EEC-44D8-86AC-18B5079898ED}"/>
              </a:ext>
            </a:extLst>
          </p:cNvPr>
          <p:cNvSpPr txBox="1"/>
          <p:nvPr userDrawn="1"/>
        </p:nvSpPr>
        <p:spPr>
          <a:xfrm>
            <a:off x="611616" y="184945"/>
            <a:ext cx="5479256" cy="3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875" b="1" i="0" u="none" strike="noStrike" cap="none" dirty="0" err="1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Mepco</a:t>
            </a:r>
            <a:r>
              <a:rPr lang="en-US" sz="1875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Schlenk Engineering College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en-US" sz="135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Autonomous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5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9E6B5C-CAE6-4191-B5C5-C6217344079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294" y="20310"/>
            <a:ext cx="964206" cy="1001758"/>
          </a:xfrm>
          <a:prstGeom prst="rect">
            <a:avLst/>
          </a:prstGeom>
        </p:spPr>
      </p:pic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76A3D517-BAF9-46F4-9735-DEF3AB591817}"/>
              </a:ext>
            </a:extLst>
          </p:cNvPr>
          <p:cNvSpPr txBox="1"/>
          <p:nvPr userDrawn="1"/>
        </p:nvSpPr>
        <p:spPr>
          <a:xfrm>
            <a:off x="7131068" y="31938"/>
            <a:ext cx="1088021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Mini Project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III</a:t>
            </a:r>
            <a:r>
              <a:rPr lang="en-US" sz="110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10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2994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radio.app/docs" TargetMode="External"/><Relationship Id="rId3" Type="http://schemas.openxmlformats.org/officeDocument/2006/relationships/hyperlink" Target="https://arxiv.org/abs/2112.10752" TargetMode="External"/><Relationship Id="rId7" Type="http://schemas.openxmlformats.org/officeDocument/2006/relationships/hyperlink" Target="https://huggingface.co/docs/diffusers" TargetMode="External"/><Relationship Id="rId2" Type="http://schemas.openxmlformats.org/officeDocument/2006/relationships/hyperlink" Target="https://standards.ieee.org/ieee/830/1222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02.05543" TargetMode="External"/><Relationship Id="rId5" Type="http://schemas.openxmlformats.org/officeDocument/2006/relationships/hyperlink" Target="https://arxiv.org/abs/2308.06721" TargetMode="External"/><Relationship Id="rId4" Type="http://schemas.openxmlformats.org/officeDocument/2006/relationships/hyperlink" Target="https://arxiv.org/abs/2304.02643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A73C-CB59-44E8-9C48-D3ACCFA52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676" y="1195515"/>
            <a:ext cx="7671816" cy="23876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PixaBuild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78966-2369-4A70-B1AB-8F0E0DB84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55319"/>
            <a:ext cx="4487560" cy="1655762"/>
          </a:xfrm>
        </p:spPr>
        <p:txBody>
          <a:bodyPr>
            <a:normAutofit/>
          </a:bodyPr>
          <a:lstStyle/>
          <a:p>
            <a:r>
              <a:rPr lang="en-US" dirty="0"/>
              <a:t>GUIDED BY,</a:t>
            </a:r>
          </a:p>
          <a:p>
            <a:r>
              <a:rPr lang="en-IN" dirty="0" err="1"/>
              <a:t>Mrs.Nagajothi</a:t>
            </a:r>
            <a:endParaRPr lang="en-IN" dirty="0"/>
          </a:p>
          <a:p>
            <a:r>
              <a:rPr lang="en-IN" dirty="0" err="1"/>
              <a:t>AssistantProfessor</a:t>
            </a:r>
            <a:r>
              <a:rPr lang="en-IN" dirty="0"/>
              <a:t>(</a:t>
            </a:r>
            <a:r>
              <a:rPr lang="en-IN" dirty="0" err="1"/>
              <a:t>Sr.Grade</a:t>
            </a:r>
            <a:r>
              <a:rPr lang="en-IN" dirty="0"/>
              <a:t>),ME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15CF4-D1D0-44D4-AFC7-CAF9C46A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E9CAE-BB55-45C5-B515-7B51E301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FE6C-0641-419D-BA6E-DFFFE25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</a:t>
            </a:fld>
            <a:endParaRPr lang="en-IN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CF15B20-6B85-4166-A665-C7B104654F81}"/>
              </a:ext>
            </a:extLst>
          </p:cNvPr>
          <p:cNvSpPr txBox="1">
            <a:spLocks/>
          </p:cNvSpPr>
          <p:nvPr/>
        </p:nvSpPr>
        <p:spPr>
          <a:xfrm>
            <a:off x="4382910" y="4455319"/>
            <a:ext cx="4761090" cy="936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  <a:r>
              <a:rPr lang="en-IN" dirty="0"/>
              <a:t>A. Hariharasudhan (24BCS040)</a:t>
            </a:r>
            <a:br>
              <a:rPr lang="en-IN" dirty="0"/>
            </a:br>
            <a:r>
              <a:rPr lang="en-IN" dirty="0"/>
              <a:t>V. Hariprasad (24BCS041)</a:t>
            </a:r>
          </a:p>
        </p:txBody>
      </p:sp>
    </p:spTree>
    <p:extLst>
      <p:ext uri="{BB962C8B-B14F-4D97-AF65-F5344CB8AC3E}">
        <p14:creationId xmlns:p14="http://schemas.microsoft.com/office/powerpoint/2010/main" val="14903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C3B8-3126-44F0-BA4D-56826031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BB05-934B-4101-BE0E-C90D8084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86855"/>
            <a:ext cx="7886700" cy="435133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PixaBuild is an offline AI app. A user uploads a photo of their room and picks a furniture item. The app shows how that item would look inside the room, and the photo never leaves the user's computer.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AI models work together: one finds the right spot in the room (SAM), one understands depth and size (Depth-Anything-V2), and one blends the furniture into the photo (Stable Diffusion with IP-Adapter).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local backend (FastAPI or Gradio) runs the app in the browser. A small furniture catalog, a SQLite database, and local folders store all the data.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AI models are downloaded during setup, the app works fully offline. No internet is needed to use it after that.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3A2F3-EF54-4925-9B80-06C032AE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5786D-3628-4AE0-9151-038C8DB9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C56C-97AC-4A58-BC83-A22157FE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9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61E2-1CE2-4C85-A0BD-D413945B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86ED-CDFA-422D-8665-665E87E4C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80" y="1690688"/>
            <a:ext cx="8664136" cy="4351338"/>
          </a:xfrm>
        </p:spPr>
        <p:txBody>
          <a:bodyPr>
            <a:normAutofit fontScale="92500"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hard to picture furniture before buying it.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mostly guess or take rough trial photos to check if a piece will fit their room, and this often leads to wrong purchases.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apps raise privacy worries.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AI room-preview tools ask users to upload personal room photos to outside servers, so users lose control over their own photos.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apps do not give a real, photo-like preview.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Apps like IKEA Place only show furniture through a live camera. They do not create a realistic edited photo, and none of them work fully offline.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FC85-2DCC-4717-A85E-38D7573A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681A-C751-47F6-AAFB-FEC80732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279A1-4353-495B-969E-C6DE34F7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79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9F85-02DB-4470-9A9E-5810DC74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0445-D941-42E9-84B7-866FD52FE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4"/>
            <a:ext cx="8291064" cy="4316383"/>
          </a:xfrm>
        </p:spPr>
        <p:txBody>
          <a:bodyPr>
            <a:normAutofit fontScale="925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fully offline AI tool that shows furniture inside a room photo, running only on the user's own computer.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three AI models – room detection (SAM), depth sensing (Depth-Anything-V2), and image blending (Stable Diffusion + IP-Adapter) – into one smooth pipeline.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let users browse a furniture catalog, choose or mark a spot in the room, and get a realistic preview image.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the quality of results using simple scores (CLIP similarity and LPIPS/SSIM), along with a small human review.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1D3E-F904-42A5-A525-127E298C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489A-C4E6-4AE8-B419-73D8F5A2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A6832-0B2A-4A30-B66A-CAA65C1B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7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4379-F63E-4240-A954-ABD0E0D11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EEAD-8E10-41A1-BFD6-9C7239DEA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61667" cy="4100722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will see the chosen furniture placed inside their own room photo, and their photo will stay only on their device.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will get a preview that looks correctly sized, since the app resizes the furniture image based on the room's depth.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demo will show that the furniture item still looks correct (CLIP similarity) and the room stays unchanged outside the edited area (LPIPS/SSIM).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flexible pipeline will be ready, so any single part (like the diffusion model) can be replaced or improved later without rebuilding the whole app.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C95E-ABA6-444B-B612-051A4D28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1F07-AB19-463C-BA21-2F8BBDE0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7FC1D-0C55-4A28-BC62-27FB0910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74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26A9-9711-4BA6-B8FE-B4866860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DC4A-51A5-4753-B498-7F1DEDCF1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23644" cy="4428526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 (No Custom Training):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1.5 / SDXL – ready-made model that blends the furniture into the photo.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 (Segment Anything Model) – Meta's ready-made model that finds objects and spaces in a photo.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Depth-Anything-V2 – ready-made model that measures depth in a single photo.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IP-Adapter – ready-made model that helps the furniture keep its real look after blending.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/ User Data: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furniture catalog (about 20–50 items), with images and details stored in JSON/SQLite.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photos that the user uploads, saved only on their own computer.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Finished preview images and past designs, saved locally through SQLite and local folders.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scores (CLIP, LPIPS, SSIM) calculated on the same computer for the project report.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4B03-2747-4CB5-92C7-873D57C0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B0983-5205-493D-BF94-6547362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048EB-ADEE-46F8-B895-42FC4B6B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4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42-71F1-45C0-9A31-8FD10590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AD73-71D4-4284-84C0-BC257DD4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64" y="1690688"/>
            <a:ext cx="78867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IDE:</a:t>
            </a:r>
          </a:p>
          <a:p>
            <a:pPr marL="0" indent="0">
              <a:buNone/>
            </a:pPr>
            <a:r>
              <a:rPr lang="en-IN" dirty="0"/>
              <a:t>      • VS Code / Jupyter Notebook – for writing and testing code.</a:t>
            </a:r>
          </a:p>
          <a:p>
            <a:pPr marL="0" indent="0">
              <a:buNone/>
            </a:pPr>
            <a:r>
              <a:rPr lang="en-IN" b="1" dirty="0"/>
              <a:t>Language &amp; ML Tools:</a:t>
            </a:r>
          </a:p>
          <a:p>
            <a:pPr marL="0" indent="0">
              <a:buNone/>
            </a:pPr>
            <a:r>
              <a:rPr lang="en-IN" dirty="0"/>
              <a:t>      • Python 3.10+, run inside a virtual environment.</a:t>
            </a:r>
          </a:p>
          <a:p>
            <a:pPr marL="0" indent="0">
              <a:buNone/>
            </a:pPr>
            <a:r>
              <a:rPr lang="en-IN" dirty="0"/>
              <a:t>      • PyTorch, with Hugging Face's diffusers and transformers libraries.</a:t>
            </a:r>
          </a:p>
          <a:p>
            <a:pPr marL="0" indent="0">
              <a:buNone/>
            </a:pPr>
            <a:r>
              <a:rPr lang="en-IN" b="1" dirty="0"/>
              <a:t>Backend:</a:t>
            </a:r>
          </a:p>
          <a:p>
            <a:pPr marL="0" indent="0">
              <a:buNone/>
            </a:pPr>
            <a:r>
              <a:rPr lang="en-IN" dirty="0"/>
              <a:t>      • A local FastAPI service (or a Gradio app) that handles the catalog, mask suggestions, and image generation.</a:t>
            </a:r>
          </a:p>
          <a:p>
            <a:pPr marL="0" indent="0">
              <a:buNone/>
            </a:pPr>
            <a:r>
              <a:rPr lang="en-IN" b="1" dirty="0"/>
              <a:t>Data Storage:</a:t>
            </a:r>
          </a:p>
          <a:p>
            <a:pPr marL="0" indent="0">
              <a:buNone/>
            </a:pPr>
            <a:r>
              <a:rPr lang="en-IN" dirty="0"/>
              <a:t>      • SQLite for catalog data, saved designs, and history.</a:t>
            </a:r>
          </a:p>
          <a:p>
            <a:pPr marL="0" indent="0">
              <a:buNone/>
            </a:pPr>
            <a:r>
              <a:rPr lang="en-IN" dirty="0"/>
              <a:t>      • Local folders for room photos, furniture images, and generated results.</a:t>
            </a:r>
          </a:p>
          <a:p>
            <a:pPr marL="0" indent="0">
              <a:buNone/>
            </a:pPr>
            <a:r>
              <a:rPr lang="en-IN" b="1" dirty="0"/>
              <a:t>Network Use:</a:t>
            </a:r>
          </a:p>
          <a:p>
            <a:pPr marL="0" indent="0">
              <a:buNone/>
            </a:pPr>
            <a:r>
              <a:rPr lang="en-IN" dirty="0"/>
              <a:t>      • The app runs only on localhost. The only internet use is the one-time download of AI models during setup.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704B6-2968-43AC-B02A-A838BDF3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4D90-6868-4C25-A26B-9ECB2289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E3D08-272A-4EDD-8759-673BABB2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73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5702-EDFE-0E3C-37CA-DE64CE33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CD68-4691-6D9B-3D15-5C84759D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ER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374E-9E11-AE49-3B1A-0769C28E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EEDC0-DB8F-D37D-6BBA-48C00E63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F55B7-E99E-CDC7-C2B9-87E55121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75C32-0A9A-D954-6156-8D94E1E7D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461687"/>
            <a:ext cx="7427336" cy="457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58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CB5A-9935-157F-0969-CC9258F9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B132-0F5F-14C0-5263-7FDA7EBC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Database Schema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303D-7E75-079C-6826-5B6B6094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574CE-0CFB-6CAD-77EE-670D3B4A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5393-DEA1-BBFB-9623-1304C1C7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18984D-0CC0-4FBE-7D00-09CD7A44C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59" y="1560587"/>
            <a:ext cx="7714105" cy="441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50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AF443-E694-0895-DEE5-E4A74891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E7F3-FE46-6681-94F8-60A5EB1B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Use Case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0325B-3680-F390-1307-8023E938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D55E4-E7A6-FCE1-F4BE-FE24DEBF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EDF16-B7C8-9306-DCCA-27BD160D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ED4FB3-8DB4-CD2A-1FE7-2B6135100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07600"/>
            <a:ext cx="7125419" cy="47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43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D6080-4294-5BD9-4A34-5C05DA6A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8303-F8A1-DBC0-324E-21F33A3C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D239E-2BDA-4672-2BC1-78535D58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54976-8FCE-01F5-C885-D5F9CF8A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AB90-5E6F-A310-9043-A61447DB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B70EC-4AF1-A2A0-D01D-58972BDD2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87" y="1582947"/>
            <a:ext cx="7828472" cy="469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F686-9E08-D61E-E9B7-3A26551A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1F6AD-CECD-2845-12FF-46105535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Sequence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1728E-AA54-780D-64A7-D1628970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1AB41-1B79-296E-9680-498EEA49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AB8E-5CAC-E9A7-982F-3B6131D2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B14C5-5B09-D2FA-251E-2DCC97315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" b="6050"/>
          <a:stretch>
            <a:fillRect/>
          </a:stretch>
        </p:blipFill>
        <p:spPr>
          <a:xfrm>
            <a:off x="1657350" y="1457865"/>
            <a:ext cx="5949298" cy="475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A115E-B58B-EC42-DCBE-D5B18E0C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BEDF-42C5-C47C-816D-B49B5AE1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Activity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AE916-EC4A-A0B1-C986-79F01894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77425-2231-D978-280E-9358C5CC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71771-FD50-2C74-EEA0-7D3ED89A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D8EAB-81F8-F347-34EB-FA9687F4D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217" y="1456546"/>
            <a:ext cx="5169347" cy="489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2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D1C2-85B0-5F2A-6313-E14898F9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B281-C430-6B7C-3C17-739A5A51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Module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D8E70-BF9A-FC63-A6D9-10E529870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23644" cy="4212568"/>
          </a:xfrm>
        </p:spPr>
        <p:txBody>
          <a:bodyPr>
            <a:normAutofit fontScale="77500" lnSpcReduction="20000"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lets users browse and filter the furniture catalog by category, with pictures and details.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&amp; Masking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room photo uploads and marks the placement spot, using SAM with a manual redraw option.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&amp; Scale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Depth-Anything-V2 to judge room depth and resize the furniture to the right scale.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Stable Diffusion and IP-Adapter to blend the furniture into the photo, then adjusts lighting and shadows.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saves and shows past designs, using SQLite and local folders.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scores each result using CLIP, LPIPS, and SSIM, to check the image quality for the report.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F04F-3288-1DB2-6FDF-B34E9F98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F20E-5262-3C36-24D2-D88D83CD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78B8A-C259-E561-101D-1F7615E0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507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8254-1F6D-9ADE-48AC-EE31FC66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0EB9-F51E-55EF-7AB7-3CAEB293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C9DD4-1635-7CF2-1EDE-65DE2D4E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FDCC1-3653-7A17-EA07-1029A0D3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A096-C46E-A9A1-FF78-7137F02F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8B616-044A-1861-038F-ACE3047A9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4303"/>
            <a:ext cx="9144000" cy="479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68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879E4-2391-41A6-A7CC-1CC4E58D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F2E1-9FD9-AB9C-5133-F6594D23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61CEA-73B0-4D42-E8F8-1959F910D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EC688-6D0C-3DB8-4423-EB0F35EF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88AA-7E11-8CC1-253B-DB26F8D9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FF4745-7BA0-C3B2-121F-3F7525864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9950"/>
            <a:ext cx="9144000" cy="47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10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69481-21F5-B4B3-38EB-B5EFD221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B2FE-5063-9C1F-FA3A-EA3300D0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C6406-224B-5AA1-8171-010676CC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B3F90-B00E-3E9D-9261-2EA0D7A1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B37E6-4259-233D-6133-696DB184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61200F-FA98-C8A0-5B5E-2B35A0E2B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5330"/>
            <a:ext cx="9144000" cy="47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64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CEF1-5B3C-847B-EDCC-B50AFA3A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1C45-E655-D71A-88E5-54335D24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8902B-0006-A1CD-5969-02D07880C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5AADB-3326-3513-4BC0-F462EF1E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F9E78-DA7F-903B-E490-AE447562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272BA2-913D-74D7-E626-BCA6AAA00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9593"/>
            <a:ext cx="9144000" cy="476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76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7D6CB-621A-4F3F-FF22-A96A48DF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A92A-958C-E65C-D92E-F5FC31B8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E978C-B23F-909C-8260-0F6FBA63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CECDD-B182-E99C-99EA-AE56A8E87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A45C2-EF12-F971-1DE3-7B060A4C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964B69-CCE5-F42E-5A89-9D0F4CA06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0135"/>
            <a:ext cx="9144000" cy="474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93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9ABA-8283-BC86-CB33-08EAF4FC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35BB-DB3C-B693-93F5-B1915CC7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0B338-9286-1259-E6E4-AE969839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3A74F-56C2-63A3-2435-8BF4A8A4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ECCE8-E528-C433-2DD5-2F44B9D8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5A7613-A1CC-5062-09B4-D37F0220E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7859"/>
            <a:ext cx="9144000" cy="476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22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213F-0E7B-6973-D3C2-42A814A4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7521-66C1-1CCA-B228-0FEA7539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B23B-1FF5-132B-E035-3E164B46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0ABFA-8604-9CC5-FE6C-D8054CF7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6D3F0-13DB-A5A1-970D-03D99F3D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A2E8EF-B710-157C-2354-8464729B8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3214"/>
            <a:ext cx="9144000" cy="476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91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45C1-C8DD-F1BC-1724-45262F86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46DB-9121-290D-CD26-2C94A18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FA988-8F68-DC86-7CDC-32772131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2B6A-C04A-ABA9-AC34-4D5A647B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12021-E860-1169-3F9D-7036E2F4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C476CD-5C6A-1815-A74D-BA9ABCA97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89" y="1690688"/>
            <a:ext cx="8644021" cy="451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50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09995-EC01-6DA0-F3FE-5633C32A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5B72-6E29-39CF-6401-69643DD9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5B1B0-25FD-1FC2-D5DA-891CED99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B42F-F04C-448F-B6A6-837B699A3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E4C77-F2FD-4051-5ABA-8BB65758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850205-1E28-E8FA-8A0A-B98C9F361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063"/>
            <a:ext cx="9144000" cy="47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86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24D8-1231-64C8-0CF1-23C2C23E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15D8-6AF9-96E9-BEE3-29F79156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7CDFD-A910-B520-F774-148A137F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26DF-9920-108F-B218-8561E41F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87A74-9064-D28D-24E9-001A3564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24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087BA3-FE4E-2FAA-3325-C5537A299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91" y="1628434"/>
            <a:ext cx="8773064" cy="459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35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271F-DAD2-90BE-D12C-D1B69427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960C-4FF0-0360-BE95-CE2A608E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67DFF-5715-9F6F-78BB-9463B29F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3C94C-1B77-A62B-7DD5-DE854AB3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3884C-34BB-106B-4266-4E90BCB4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0110B8-05B2-E2DF-77CC-C89FCA3B0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898"/>
            <a:ext cx="9144000" cy="475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00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1C36-2E74-F068-0728-793FC412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A4A0-B1A5-C52D-0B65-E91645CE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28B79-A266-32F3-328B-999E7823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A3B97-E1B0-EFB4-E21F-BA771602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31FE6-C0A7-8945-A084-97FE4F27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B59165-7319-F499-9CBF-830312C4F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898"/>
            <a:ext cx="9144000" cy="475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56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2EDFD-65F2-7622-D89B-A8C0E8B1F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CAF2-9D39-AD46-B06F-9EDBBAD7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UI Screenshots – PixaBuild Web App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83C9D-CAFC-8502-76A6-7218D18E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F7F71-E9D0-D3F9-9D3C-4E733369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AFA74-A0B5-F856-D23D-45642E95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35A01-4901-DF0B-4264-26FAC9A80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7841"/>
            <a:ext cx="9144000" cy="477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10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98F1-CAEC-407A-8AA4-16436929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915E-F509-4736-85E6-791EDF65A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212568"/>
          </a:xfrm>
        </p:spPr>
        <p:txBody>
          <a:bodyPr>
            <a:normAutofit fontScale="6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Std 830-1998: Software Requirements Specifications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https://standards.ieee.org/ieee/830/1222/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Rombach et al., “High-Resolution Image Synthesis with Latent Diffusion Models” (Stable Diffusion paper)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https://arxiv.org/abs/2112.10752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Kirillov et al., “Segment Anything”, Meta AI Research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https://arxiv.org/abs/2304.02643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 et al., “IP-Adapter: Text Compatible Image Prompt Adapter for Text-to-Image Diffusion Models”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https://arxiv.org/abs/2308.06721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 et al., “Adding Conditional Control to Text-to-Image Diffusion Models” (ControlNet paper)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https://arxiv.org/abs/2302.05543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Diffusers library documentation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https://huggingface.co/docs/diffusers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Gradio documentation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https://www.gradio.app/docs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56C3-58BE-4DFC-9357-A2030004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63A18-932D-4CFB-B980-35FB79DC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4CFD3-7BAB-42C2-BEF1-685D8F5E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531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0124-3058-42A1-8931-31A2D7A0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82" y="2829229"/>
            <a:ext cx="3459545" cy="870881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4008-29CD-4BD3-AB7C-5BF93CBC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B0EAB-E5D6-45C0-A4F6-6A26206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2AFC-A904-4AC9-8567-875BF9AF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9972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1359</Words>
  <Application>Microsoft Office PowerPoint</Application>
  <PresentationFormat>On-screen Show (4:3)</PresentationFormat>
  <Paragraphs>170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Arial</vt:lpstr>
      <vt:lpstr>Arial Black</vt:lpstr>
      <vt:lpstr>Calibri</vt:lpstr>
      <vt:lpstr>Calibri Light</vt:lpstr>
      <vt:lpstr>Comic Sans MS</vt:lpstr>
      <vt:lpstr>Times New Roman</vt:lpstr>
      <vt:lpstr>Custom Design</vt:lpstr>
      <vt:lpstr>PixaBuild</vt:lpstr>
      <vt:lpstr>Introduction</vt:lpstr>
      <vt:lpstr>Problem Statement </vt:lpstr>
      <vt:lpstr>Objectives </vt:lpstr>
      <vt:lpstr>Expected Outcomes </vt:lpstr>
      <vt:lpstr>Dataset Details</vt:lpstr>
      <vt:lpstr>Working Environment</vt:lpstr>
      <vt:lpstr>ER Diagram</vt:lpstr>
      <vt:lpstr>Database Schema Diagram</vt:lpstr>
      <vt:lpstr>Use Case Diagram</vt:lpstr>
      <vt:lpstr>Class Diagram</vt:lpstr>
      <vt:lpstr>Sequence Diagram</vt:lpstr>
      <vt:lpstr>Activity Diagram</vt:lpstr>
      <vt:lpstr>Module Descriptions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UI Screenshots – PixaBuild Web App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wess exe</cp:lastModifiedBy>
  <cp:revision>25</cp:revision>
  <dcterms:created xsi:type="dcterms:W3CDTF">2026-08-04T07:17:32Z</dcterms:created>
  <dcterms:modified xsi:type="dcterms:W3CDTF">2026-09-24T09:58:38Z</dcterms:modified>
</cp:coreProperties>
</file>